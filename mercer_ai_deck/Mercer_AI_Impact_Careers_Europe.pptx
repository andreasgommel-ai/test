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91440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822960" cy="12801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spc="300">
                <a:solidFill>
                  <a:srgbClr val="FFFFFF"/>
                </a:solidFill>
                <a:latin typeface="Georgia"/>
              </a:rPr>
              <a:t>MERCER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0" i="0">
                <a:solidFill>
                  <a:srgbClr val="FFFFFF"/>
                </a:solidFill>
                <a:latin typeface="Georgia"/>
              </a:rPr>
              <a:t>The Impact of AI on</a:t>
            </a:r>
          </a:p>
          <a:p>
            <a:pPr algn="l"/>
            <a:r>
              <a:rPr sz="4600" b="0" i="0">
                <a:solidFill>
                  <a:srgbClr val="A7E2F0"/>
                </a:solidFill>
                <a:latin typeface="Georgia"/>
              </a:rPr>
              <a:t>Careers in Europe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A7E2F0"/>
                </a:solidFill>
                <a:latin typeface="Calibri"/>
              </a:rPr>
              <a:t>What generative and agentic AI mean for the European workforce — and how Mercer is helping organisations redesign work, reward and careers.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Executive briefing  ·  September 2026  ·  Mercer Career — Europe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64592" cy="420624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A8C7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C77"/>
                </a:solidFill>
                <a:latin typeface="Georgia"/>
              </a:rPr>
              <a:t>Five things European leaders need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08792" cy="1778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88136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350">
                <a:solidFill>
                  <a:srgbClr val="00A8C7"/>
                </a:solidFill>
                <a:latin typeface="Calibri"/>
              </a:rPr>
              <a:t>▪  </a:t>
            </a:r>
            <a:r>
              <a:rPr sz="1350">
                <a:solidFill>
                  <a:srgbClr val="1A1A1A"/>
                </a:solidFill>
                <a:latin typeface="Calibri"/>
              </a:rPr>
              <a:t>AI exposure is broad, not catastrophic. The IMF estimates ~60% of jobs in advanced economies are exposed to AI — about half complemented (productivity upside), half at risk of disruption.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00A8C7"/>
                </a:solidFill>
                <a:latin typeface="Calibri"/>
              </a:rPr>
              <a:t>▪  </a:t>
            </a:r>
            <a:r>
              <a:rPr sz="1350">
                <a:solidFill>
                  <a:srgbClr val="1A1A1A"/>
                </a:solidFill>
                <a:latin typeface="Calibri"/>
              </a:rPr>
              <a:t>Net effect in Europe is job-positive but disruptive. The WEF projects AI creates ~11M and displaces ~9M European jobs to 2030, with ~12M occupational transitions and ~27% of work hours automatable.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00A8C7"/>
                </a:solidFill>
                <a:latin typeface="Calibri"/>
              </a:rPr>
              <a:t>▪  </a:t>
            </a:r>
            <a:r>
              <a:rPr sz="1350">
                <a:solidFill>
                  <a:srgbClr val="1A1A1A"/>
                </a:solidFill>
                <a:latin typeface="Calibri"/>
              </a:rPr>
              <a:t>Skills are the bottleneck. ~39% of core skills will change by 2030 and 6 in 10 EU workers face task transformation — yet only 56% of EU adults have basic digital skills and 44% doubt their employer will train them.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00A8C7"/>
                </a:solidFill>
                <a:latin typeface="Calibri"/>
              </a:rPr>
              <a:t>▪  </a:t>
            </a:r>
            <a:r>
              <a:rPr sz="1350">
                <a:solidFill>
                  <a:srgbClr val="1A1A1A"/>
                </a:solidFill>
                <a:latin typeface="Calibri"/>
              </a:rPr>
              <a:t>Europe regulates first. The EU AI Act makes most HR uses of AI (hiring, promotion, monitoring) 'high-risk', with worker-notification duties — reshaping how AI can be deployed in the workplace.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00A8C7"/>
                </a:solidFill>
                <a:latin typeface="Calibri"/>
              </a:rPr>
              <a:t>▪  </a:t>
            </a:r>
            <a:r>
              <a:rPr sz="1350">
                <a:solidFill>
                  <a:srgbClr val="1A1A1A"/>
                </a:solidFill>
                <a:latin typeface="Calibri"/>
              </a:rPr>
              <a:t>Mercer's answer: redesign work, not just jobs. Backed by new AI tools (Workforce Insights, Aida) and skills-based services, Mercer helps clients turn disruption into productivity and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0"/>
                </a:solidFill>
                <a:latin typeface="Calibri"/>
              </a:rPr>
              <a:t>Mercer  |  The Impact of AI on Careers in 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B6770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64592" cy="420624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A8C7"/>
                </a:solidFill>
                <a:latin typeface="Calibri"/>
              </a:rPr>
              <a:t>THE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C77"/>
                </a:solidFill>
                <a:latin typeface="Georgia"/>
              </a:rPr>
              <a:t>AI touches most European jobs — but exposure is not destiny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08792" cy="1778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2C77"/>
                </a:solidFill>
                <a:latin typeface="Georgia"/>
              </a:rPr>
              <a:t>~60%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of jobs in advanced economies (incl. Western Europe) are exposed to AI — roughly half complemented, half at risk  (IMF, 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2C77"/>
                </a:solidFill>
                <a:latin typeface="Georgia"/>
              </a:rPr>
              <a:t>~2 in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jobs in the US and Europe are exposed to some degree of AI automation; clerical roles ~45% vs ~4% in trades  (Goldman Sachs)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2C77"/>
                </a:solidFill>
                <a:latin typeface="Georgia"/>
              </a:rPr>
              <a:t>27–28%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of jobs across OECD economies sit in occupations at the highest risk of automation  (OECD)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C77"/>
                </a:solidFill>
                <a:latin typeface="Georgia"/>
              </a:rPr>
              <a:t>Exposure ≠ displacement.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Both the IMF and OECD stress that 'exposure' measures the tasks AI can touch — not jobs lost. For roughly half of exposed roles, AI augments people and lifts productivity. The decisive variable is how organisations choose to redesign the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5332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5B6770"/>
                </a:solidFill>
                <a:latin typeface="Calibri"/>
              </a:rPr>
              <a:t>Source: IMF Gen-AI &amp; the Future of Work (2024); Goldman Sachs (2023); OECD Employment Outlook / AI &amp;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0"/>
                </a:solidFill>
                <a:latin typeface="Calibri"/>
              </a:rPr>
              <a:t>Mercer  |  The Impact of AI on Careers in Europe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B6770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64592" cy="420624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A8C7"/>
                </a:solidFill>
                <a:latin typeface="Calibri"/>
              </a:rPr>
              <a:t>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C77"/>
                </a:solidFill>
                <a:latin typeface="Georgia"/>
              </a:rPr>
              <a:t>Europe: more jobs created than displaced — amid heavy churn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08792" cy="1778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A8C7"/>
                </a:solidFill>
                <a:latin typeface="Georgia"/>
              </a:rPr>
              <a:t>+11M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European jobs created by AI &amp; information-processing tech by 2030 — the largest impact of any technology  (WEF, 2025)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16D9E"/>
                </a:solidFill>
                <a:latin typeface="Georgia"/>
              </a:rPr>
              <a:t>−9M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European jobs displaced over the same period — a net positive, but with significant transition  (WEF, 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2C77"/>
                </a:solidFill>
                <a:latin typeface="Georgia"/>
              </a:rPr>
              <a:t>~12M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occupational transitions may be needed in Europe by 2030; ~27% of current work hours are automatable  (McKinsey,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C77"/>
                </a:solidFill>
                <a:latin typeface="Georgia"/>
              </a:rPr>
              <a:t>Where demand shifts: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Demand rises for STEM, healthcare and other high-skill roles, and falls for office/clerical, production and customer-service roles. Globally the WEF sees a net +78M jobs (+7%) by 2030 — but 22% structural churn of all roles studied.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5332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5B6770"/>
                </a:solidFill>
                <a:latin typeface="Calibri"/>
              </a:rPr>
              <a:t>Source: WEF Future of Jobs Report 2025; McKinsey, 'A new future of work: …Europe and beyond' (2024).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0"/>
                </a:solidFill>
                <a:latin typeface="Calibri"/>
              </a:rPr>
              <a:t>Mercer  |  The Impact of AI on Careers in Europe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B6770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64592" cy="420624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A8C7"/>
                </a:solidFill>
                <a:latin typeface="Calibri"/>
              </a:rPr>
              <a:t>THE PRIZE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C77"/>
                </a:solidFill>
                <a:latin typeface="Georgia"/>
              </a:rPr>
              <a:t>The upside is a productivity step-change — if adoption is paired with reskilling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08792" cy="1778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A8C7"/>
                </a:solidFill>
                <a:latin typeface="Georgia"/>
              </a:rPr>
              <a:t>~3%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potential annual productivity growth for Europe to 2030 with fast adoption + redeployment — vs ~0.3% if slow  (McKinsey)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2C77"/>
                </a:solidFill>
                <a:latin typeface="Georgia"/>
              </a:rPr>
              <a:t>~4x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faster productivity growth in the most AI-exposed industries (7% → 27% revenue per employee)  (PwC, 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16D9E"/>
                </a:solidFill>
                <a:latin typeface="Georgia"/>
              </a:rPr>
              <a:t>+56%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wage premium for roles requiring AI skills — up from 25% a year earlier  (PwC Global AI Jobs Barometer, 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C77"/>
                </a:solidFill>
                <a:latin typeface="Georgia"/>
              </a:rPr>
              <a:t>The value is conditional.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McKinsey's high-growth scenario depends on rapid adoption AND proactive worker redeployment. Technology alone doesn't deliver the gain — the work, the skills and the operating model have to be redesigned around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5332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5B6770"/>
                </a:solidFill>
                <a:latin typeface="Calibri"/>
              </a:rPr>
              <a:t>Source: McKinsey (2024); PwC 2025 Global AI Jobs Barometer.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0"/>
                </a:solidFill>
                <a:latin typeface="Calibri"/>
              </a:rPr>
              <a:t>Mercer  |  The Impact of AI on Careers in Europe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B6770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64592" cy="420624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A8C7"/>
                </a:solidFill>
                <a:latin typeface="Calibri"/>
              </a:rPr>
              <a:t>THE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C77"/>
                </a:solidFill>
                <a:latin typeface="Georgia"/>
              </a:rPr>
              <a:t>Skills are the real constraint on Europe's AI dividend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08792" cy="1778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2542032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2542032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47672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2C77"/>
                </a:solidFill>
                <a:latin typeface="Georgia"/>
              </a:rPr>
              <a:t>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34640"/>
            <a:ext cx="221284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of workers' core skills will be transformed or outdated by 2030  (WEF, global)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691640"/>
            <a:ext cx="2542032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288" y="1691640"/>
            <a:ext cx="2542032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47672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A8C7"/>
                </a:solidFill>
                <a:latin typeface="Georgia"/>
              </a:rPr>
              <a:t>6 in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21284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EU workers are susceptible to AI-related task transformation  (Cedefop, 2024)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691640"/>
            <a:ext cx="2542032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7336" y="1691640"/>
            <a:ext cx="2542032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947672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16D9E"/>
                </a:solidFill>
                <a:latin typeface="Georgia"/>
              </a:rPr>
              <a:t>56%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834640"/>
            <a:ext cx="221284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of EU adults have at least basic digital skills — vs an 80% target for 2030  (Eurostat)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87384" y="1691640"/>
            <a:ext cx="2542032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87384" y="1691640"/>
            <a:ext cx="2542032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1947672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2C77"/>
                </a:solidFill>
                <a:latin typeface="Georgia"/>
              </a:rPr>
              <a:t>9.7M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834640"/>
            <a:ext cx="221284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shortfall of ICT specialists against the EU's 2030 goal  (Eurostat)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43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C77"/>
                </a:solidFill>
                <a:latin typeface="Georgia"/>
              </a:rPr>
              <a:t>Willing workers, hesitant employers.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61% of EU workers expect to need new skills, but 44% doubt their employer will provide adequate AI training. Analytical thinking and 'AI &amp; big data' top the fastest-growing skills; EU professionals adding AI-literacy skills grew 80-fold in a year.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5332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5B6770"/>
                </a:solidFill>
                <a:latin typeface="Calibri"/>
              </a:rPr>
              <a:t>Source: WEF Future of Jobs 2025; Cedefop AI Skills Survey (2024); Eurostat Digital Decade; LinkedIn Economic Graph.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0"/>
                </a:solidFill>
                <a:latin typeface="Calibri"/>
              </a:rPr>
              <a:t>Mercer  |  The Impact of AI on Careers in Europe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B6770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64592" cy="420624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A8C7"/>
                </a:solidFill>
                <a:latin typeface="Calibri"/>
              </a:rPr>
              <a:t>THE EUROPEAN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C77"/>
                </a:solidFill>
                <a:latin typeface="Georgia"/>
              </a:rPr>
              <a:t>Europe regulates AI at work first — and unevenly adopts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08792" cy="1778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48640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250">
                <a:solidFill>
                  <a:srgbClr val="00A8C7"/>
                </a:solidFill>
                <a:latin typeface="Calibri"/>
              </a:rPr>
              <a:t>▪  </a:t>
            </a:r>
            <a:r>
              <a:rPr sz="1250">
                <a:solidFill>
                  <a:srgbClr val="1A1A1A"/>
                </a:solidFill>
                <a:latin typeface="Calibri"/>
              </a:rPr>
              <a:t>EU AI Act in force since Aug 2024; prohibited practices apply from Feb 2025, high-risk obligations from Aug 2026.</a:t>
            </a:r>
          </a:p>
          <a:p>
            <a:pPr>
              <a:spcAft>
                <a:spcPts val="1100"/>
              </a:spcAft>
            </a:pPr>
            <a:r>
              <a:rPr sz="1250">
                <a:solidFill>
                  <a:srgbClr val="00A8C7"/>
                </a:solidFill>
                <a:latin typeface="Calibri"/>
              </a:rPr>
              <a:t>▪  </a:t>
            </a:r>
            <a:r>
              <a:rPr sz="1250">
                <a:solidFill>
                  <a:srgbClr val="1A1A1A"/>
                </a:solidFill>
                <a:latin typeface="Calibri"/>
              </a:rPr>
              <a:t>Most HR uses of AI — recruitment, candidate filtering, promotion, termination, task allocation, performance monitoring — are classified 'high-risk' (Annex III).</a:t>
            </a:r>
          </a:p>
          <a:p>
            <a:pPr>
              <a:spcAft>
                <a:spcPts val="1100"/>
              </a:spcAft>
            </a:pPr>
            <a:r>
              <a:rPr sz="1250">
                <a:solidFill>
                  <a:srgbClr val="00A8C7"/>
                </a:solidFill>
                <a:latin typeface="Calibri"/>
              </a:rPr>
              <a:t>▪  </a:t>
            </a:r>
            <a:r>
              <a:rPr sz="1250">
                <a:solidFill>
                  <a:srgbClr val="1A1A1A"/>
                </a:solidFill>
                <a:latin typeface="Calibri"/>
              </a:rPr>
              <a:t>Employers must ensure human oversight, keep logs ≥6 months, and inform workers' representatives before deploying high-risk AI (Art. 26).</a:t>
            </a:r>
          </a:p>
          <a:p>
            <a:pPr>
              <a:spcAft>
                <a:spcPts val="1100"/>
              </a:spcAft>
            </a:pPr>
            <a:r>
              <a:rPr sz="1250">
                <a:solidFill>
                  <a:srgbClr val="00A8C7"/>
                </a:solidFill>
                <a:latin typeface="Calibri"/>
              </a:rPr>
              <a:t>▪  </a:t>
            </a:r>
            <a:r>
              <a:rPr sz="1250">
                <a:solidFill>
                  <a:srgbClr val="1A1A1A"/>
                </a:solidFill>
                <a:latin typeface="Calibri"/>
              </a:rPr>
              <a:t>Emotion-recognition AI in the workplace is banned; breaches of prohibited practices carry fines up to 7% of global turnover.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645920"/>
            <a:ext cx="5120640" cy="41605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645920"/>
            <a:ext cx="512064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C77"/>
                </a:solidFill>
                <a:latin typeface="Georgia"/>
              </a:rPr>
              <a:t>A two-speed Europe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423160"/>
            <a:ext cx="45720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00A8C7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20% of EU enterprises (10+ staff) used AI in 2025 — up from 13.5% in 2024.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0A8C7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~55% of large firms use AI vs ~17% of small firms.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0A8C7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Leaders: Denmark 42%, Finland 38%, Sweden 35%. Laggards: Romania 5%, Poland 8%.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0A8C7"/>
                </a:solidFill>
                <a:latin typeface="Calibri"/>
              </a:rPr>
              <a:t>▪  </a:t>
            </a:r>
            <a:r>
              <a:rPr sz="1200">
                <a:solidFill>
                  <a:srgbClr val="1A1A1A"/>
                </a:solidFill>
                <a:latin typeface="Calibri"/>
              </a:rPr>
              <a:t>Positive attitudes to AI rose to 70% (EY, 2025) — but a 19pt management-vs-staff gap remains.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5332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5B6770"/>
                </a:solidFill>
                <a:latin typeface="Calibri"/>
              </a:rPr>
              <a:t>Source: European Commission EU AI Act; Eurostat (Dec 2025); EY European AI Barometer 2025.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0"/>
                </a:solidFill>
                <a:latin typeface="Calibri"/>
              </a:rPr>
              <a:t>Mercer  |  The Impact of AI on Careers in Europe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B6770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64592" cy="420624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A8C7"/>
                </a:solidFill>
                <a:latin typeface="Calibri"/>
              </a:rPr>
              <a:t>THE HUMAN 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C77"/>
                </a:solidFill>
                <a:latin typeface="Georgia"/>
              </a:rPr>
              <a:t>Mercer's data: anxiety is up, thriving is down — trust is the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08792" cy="1778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16D9E"/>
                </a:solidFill>
                <a:latin typeface="Georgia"/>
              </a:rPr>
              <a:t>66→44%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share of employees 'thriving' fell from 2024 to 2026 — the lowest Mercer has recorded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2C77"/>
                </a:solidFill>
                <a:latin typeface="Georgia"/>
              </a:rPr>
              <a:t>28→40%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rise in employees concerned about losing their job to AI (2024 → 2026)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691640"/>
            <a:ext cx="338328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691640"/>
            <a:ext cx="3383280" cy="8229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1947672"/>
            <a:ext cx="3054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A8C7"/>
                </a:solidFill>
                <a:latin typeface="Georgia"/>
              </a:rPr>
              <a:t>63%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283464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of employees would trade a 10% pay rise for AI &amp; digital upskilling and career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C77"/>
                </a:solidFill>
                <a:latin typeface="Georgia"/>
              </a:rPr>
              <a:t>Readiness lags ambition.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98% of executives plan organisational redesign and 65% expect 11–30% of staff reskilled or redeployed within two years — yet only ~1 in 3 firms use GenAI regularly, and 67% of HR leaders admit they deployed technology without redesigning the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5332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5B6770"/>
                </a:solidFill>
                <a:latin typeface="Calibri"/>
              </a:rPr>
              <a:t>Source: Mercer Global Talent Trends 2024 &amp;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0"/>
                </a:solidFill>
                <a:latin typeface="Calibri"/>
              </a:rPr>
              <a:t>Mercer  |  The Impact of AI on Careers in Europe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B6770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822960" cy="128016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A8C7"/>
                </a:solidFill>
                <a:latin typeface="Calibri"/>
              </a:rPr>
              <a:t>MERCER'S POINT OF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Redesign work — not just jobs.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46120"/>
            <a:ext cx="3383280" cy="64008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A7E2F0"/>
                </a:solidFill>
                <a:latin typeface="Georgia"/>
              </a:rPr>
              <a:t>Decompose &amp;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Break jobs into tasks to decide what AI automates, what it augments and what stays human — then rebuild roles around the new mix.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3246120"/>
            <a:ext cx="3383280" cy="64008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34290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A7E2F0"/>
                </a:solidFill>
                <a:latin typeface="Georgia"/>
              </a:rPr>
              <a:t>Go skills-based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406908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Shift from rigid job structures to a skills-powered model: a single skills taxonomy, skills-to-job mapping, and paying for skills.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3246120"/>
            <a:ext cx="3383280" cy="64008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34290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A7E2F0"/>
                </a:solidFill>
                <a:latin typeface="Georgia"/>
              </a:rPr>
              <a:t>Lead human-centric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406908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Pair AI adoption with trust, transparency and reskilling. 'Human-centric productivity' leaders see far higher efficiency and innovation gains.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7E2F0"/>
                </a:solidFill>
                <a:latin typeface="Calibri"/>
              </a:rPr>
              <a:t>Mercer  |  The Impact of AI on Careers in Europe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7E2F0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64592" cy="420624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A8C7"/>
                </a:solidFill>
                <a:latin typeface="Calibri"/>
              </a:rPr>
              <a:t>ANGLE 2 — MERCER'S OWN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C77"/>
                </a:solidFill>
                <a:latin typeface="Georgia"/>
              </a:rPr>
              <a:t>AI is now embedded in Mercer's Career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08792" cy="1778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5394960" cy="1965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91440" cy="1965960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C77"/>
                </a:solidFill>
                <a:latin typeface="Georgia"/>
              </a:rPr>
              <a:t>Workforce Insights + Aida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AI-powered benchmarking across 100+ countries &amp; 20,000 organisations, with 'Aida' — a proprietary AI assistant for natural-language queries on pay, talent and compliance.  (Launched Oct 2025)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394960" cy="1965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91440" cy="1965960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470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C77"/>
                </a:solidFill>
                <a:latin typeface="Georgia"/>
              </a:rPr>
              <a:t>Skills Edge &amp; Skills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59152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Award-winning skills-based talent management; AI matches jobs to skills using partner databases that scan millions of job profiles.  (2024 HR Tech Award)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94760"/>
            <a:ext cx="5394960" cy="1965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794760"/>
            <a:ext cx="91440" cy="1965960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959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C77"/>
                </a:solidFill>
                <a:latin typeface="Georgia"/>
              </a:rPr>
              <a:t>AI Pathmaker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07992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Consulting service to adopt AI responsibly — work redesign, AI ROI and building a future-fit, reskilled workforce.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394960" cy="1965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94760"/>
            <a:ext cx="91440" cy="1965960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9959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C77"/>
                </a:solidFill>
                <a:latin typeface="Georgia"/>
              </a:rPr>
              <a:t>Data Connector &amp; 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507992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AI-assisted job matching and grading tied to Mercer's compensation surveys and the International Position Evaluation framework.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5332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5B6770"/>
                </a:solidFill>
                <a:latin typeface="Calibri"/>
              </a:rPr>
              <a:t>Source: Mercer newsroom &amp; solution pages (2024–2026). Some client outcomes are Mercer-reported.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0"/>
                </a:solidFill>
                <a:latin typeface="Calibri"/>
              </a:rPr>
              <a:t>Mercer  |  The Impact of AI on Careers in Europe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B677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64592" cy="420624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A8C7"/>
                </a:solidFill>
                <a:latin typeface="Calibri"/>
              </a:rPr>
              <a:t>WHAT TO 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C77"/>
                </a:solidFill>
                <a:latin typeface="Georgia"/>
              </a:rPr>
              <a:t>A five-move agenda for HR, reward &amp; talent leaders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908792" cy="1778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28016" cy="566928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C77"/>
                </a:solidFill>
                <a:latin typeface="Georgia"/>
              </a:rPr>
              <a:t>1.  Map exposure &amp; redesign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664208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Assess which roles and tasks AI can augment vs automate; redesign the highest-impact roles before scaling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78608"/>
            <a:ext cx="128016" cy="566928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3288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C77"/>
                </a:solidFill>
                <a:latin typeface="Georgia"/>
              </a:rPr>
              <a:t>2.  Build a skills-based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51176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Stand up a single skills taxonomy, map skills to jobs, and start paying for skills — the operating system for an AI-era workforce.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65576"/>
            <a:ext cx="128016" cy="566928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19856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C77"/>
                </a:solidFill>
                <a:latin typeface="Georgia"/>
              </a:rPr>
              <a:t>3.  Invest visibly in reskilling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38144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Close the trust gap: workers will trade pay for development, but 44% doubt training will come. Make commitments concrete and funded.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352544"/>
            <a:ext cx="128016" cy="566928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06824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C77"/>
                </a:solidFill>
                <a:latin typeface="Georgia"/>
              </a:rPr>
              <a:t>4.  Get AI-in-HR governance 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325112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Treat hiring, promotion and monitoring AI as 'high-risk' under the EU AI Act — human oversight, worker notification, logging and bias testing.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239512"/>
            <a:ext cx="128016" cy="566928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93792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C77"/>
                </a:solidFill>
                <a:latin typeface="Georgia"/>
              </a:rPr>
              <a:t>5.  Lead human-centric productivity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212080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Pair adoption with transparency, manager capability and pay equity to convert AI into both productivity and engagement.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0"/>
                </a:solidFill>
                <a:latin typeface="Calibri"/>
              </a:rPr>
              <a:t>Mercer  |  The Impact of AI on Careers in Europe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B677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91440"/>
          </a:xfrm>
          <a:prstGeom prst="rect">
            <a:avLst/>
          </a:prstGeom>
          <a:solidFill>
            <a:srgbClr val="00A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spc="300">
                <a:solidFill>
                  <a:srgbClr val="FFFFFF"/>
                </a:solidFill>
                <a:latin typeface="Georgia"/>
              </a:rPr>
              <a:t>MERCER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Turn AI disruption into</a:t>
            </a:r>
          </a:p>
          <a:p>
            <a:pPr algn="l"/>
            <a:r>
              <a:rPr sz="3800" b="0" i="0">
                <a:solidFill>
                  <a:srgbClr val="A7E2F0"/>
                </a:solidFill>
                <a:latin typeface="Georgia"/>
              </a:rPr>
              <a:t>a people advantage.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7E2F0"/>
                </a:solidFill>
                <a:latin typeface="Calibri"/>
              </a:rPr>
              <a:t>Let's discuss how Mercer can help your organisation in Europe redesign work, reward and careers for the AI 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A8C7"/>
                </a:solidFill>
                <a:latin typeface="Calibri"/>
              </a:rPr>
              <a:t>Interactive dashboard (country deep-dives, exposure calculator): https://claude.ai/artifact/MciK1Nwww1SaWMzM1eJrWK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A8C7"/>
                </a:solidFill>
                <a:latin typeface="Calibri"/>
              </a:rPr>
              <a:t>KEY SOURCES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IMF Gen-AI &amp; the Future of Work (2024) · WEF Future of Jobs 2025 · McKinsey 'A new future of work …Europe' (2024) · PwC Global AI Jobs Barometer 2025 · Cedefop AI Skills Survey 2024 · Eurostat Digital Decade · OECD · European Commission EU AI Act · EY European AI Barometer 2025 · Mercer Global Talent Trends 2024 &amp;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